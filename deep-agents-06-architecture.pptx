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5d69b38bf04e59" /><Relationship Type="http://schemas.openxmlformats.org/officeDocument/2006/relationships/extended-properties" Target="/docProps/app.xml" Id="R2c369e44eff049f4" /><Relationship Type="http://schemas.openxmlformats.org/officeDocument/2006/relationships/officeDocument" Target="/ppt/presentation.xml" Id="Ra2e3f5e5c4c64c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afde6194504849"/>
  </p:sldMasterIdLst>
  <p:notesMasterIdLst>
    <p:notesMasterId xmlns:r="http://schemas.openxmlformats.org/officeDocument/2006/relationships" r:id="Rbd1bbb7177314bab"/>
  </p:notesMasterIdLst>
  <p:sldIdLst>
    <p:sldId xmlns:r="http://schemas.openxmlformats.org/officeDocument/2006/relationships" id="256" r:id="R59d41f89c38d492e"/>
    <p:sldId xmlns:r="http://schemas.openxmlformats.org/officeDocument/2006/relationships" id="257" r:id="R074940e48f3b4ae9"/>
    <p:sldId xmlns:r="http://schemas.openxmlformats.org/officeDocument/2006/relationships" id="258" r:id="R5a83b2a6d3204f73"/>
    <p:sldId xmlns:r="http://schemas.openxmlformats.org/officeDocument/2006/relationships" id="259" r:id="Rbb5b86f9879148c7"/>
    <p:sldId xmlns:r="http://schemas.openxmlformats.org/officeDocument/2006/relationships" id="260" r:id="Refdb8166795646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fde6194504849" /><Relationship Type="http://schemas.openxmlformats.org/officeDocument/2006/relationships/theme" Target="/ppt/theme/theme1.xml" Id="Rc3072f977de946c9" /><Relationship Type="http://schemas.openxmlformats.org/officeDocument/2006/relationships/notesMaster" Target="/ppt/notesMasters/notesMaster1.xml" Id="Rbd1bbb7177314bab" /><Relationship Type="http://schemas.openxmlformats.org/officeDocument/2006/relationships/presProps" Target="/ppt/presProps.xml" Id="R4e48c7e7497e4e55" /><Relationship Type="http://schemas.openxmlformats.org/officeDocument/2006/relationships/viewProps" Target="/ppt/viewProps.xml" Id="R33eeb9390dbe4143" /><Relationship Type="http://schemas.openxmlformats.org/officeDocument/2006/relationships/tableStyles" Target="/ppt/tableStyles.xml" Id="R25bc24bdffd94052" /><Relationship Type="http://schemas.openxmlformats.org/officeDocument/2006/relationships/slide" Target="/ppt/slides/slide1.xml" Id="R59d41f89c38d492e" /><Relationship Type="http://schemas.openxmlformats.org/officeDocument/2006/relationships/slide" Target="/ppt/slides/slide2.xml" Id="R074940e48f3b4ae9" /><Relationship Type="http://schemas.openxmlformats.org/officeDocument/2006/relationships/slide" Target="/ppt/slides/slide3.xml" Id="R5a83b2a6d3204f73" /><Relationship Type="http://schemas.openxmlformats.org/officeDocument/2006/relationships/slide" Target="/ppt/slides/slide4.xml" Id="Rbb5b86f9879148c7" /><Relationship Type="http://schemas.openxmlformats.org/officeDocument/2006/relationships/slide" Target="/ppt/slides/slide5.xml" Id="Refdb81667956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1d0fb5983394a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cfb36704f49cf" /><Relationship Type="http://schemas.openxmlformats.org/officeDocument/2006/relationships/notesMaster" Target="/ppt/notesMasters/notesMaster1.xml" Id="R8322feb0891247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8aae823170448a" /><Relationship Type="http://schemas.openxmlformats.org/officeDocument/2006/relationships/notesMaster" Target="/ppt/notesMasters/notesMaster1.xml" Id="R63b1ecf1e472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f246bfe0a84da0" /><Relationship Type="http://schemas.openxmlformats.org/officeDocument/2006/relationships/notesMaster" Target="/ppt/notesMasters/notesMaster1.xml" Id="Ra483d364e5dc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967be2849d497a" /><Relationship Type="http://schemas.openxmlformats.org/officeDocument/2006/relationships/notesMaster" Target="/ppt/notesMasters/notesMaster1.xml" Id="R47ab6df0afe1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0ce8141f97435f" /><Relationship Type="http://schemas.openxmlformats.org/officeDocument/2006/relationships/notesMaster" Target="/ppt/notesMasters/notesMaster1.xml" Id="Rb5d8534f9ea54e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4b7ec49c34d6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46c1de1d76f466b" /><Relationship Type="http://schemas.openxmlformats.org/officeDocument/2006/relationships/slideLayout" Target="/ppt/slideLayouts/slideLayout2.xml" Id="Rb6922f1890a143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922f1890a143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fbac03e0264c71" /><Relationship Type="http://schemas.openxmlformats.org/officeDocument/2006/relationships/notesSlide" Target="/ppt/notesSlides/notesSlide1.xml" Id="R61beec64582843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bfe0e47ab4139" /><Relationship Type="http://schemas.openxmlformats.org/officeDocument/2006/relationships/notesSlide" Target="/ppt/notesSlides/notesSlide2.xml" Id="R1c4284da06504b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f79d65062d4a90" /><Relationship Type="http://schemas.openxmlformats.org/officeDocument/2006/relationships/notesSlide" Target="/ppt/notesSlides/notesSlide3.xml" Id="R323f4f2154d746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fc3bd7e4b45ad" /><Relationship Type="http://schemas.openxmlformats.org/officeDocument/2006/relationships/notesSlide" Target="/ppt/notesSlides/notesSlide4.xml" Id="Rcb251e7b3f4c4f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fc70a7632141cf" /><Relationship Type="http://schemas.openxmlformats.org/officeDocument/2006/relationships/notesSlide" Target="/ppt/notesSlides/notesSlide5.xml" Id="R8cb2f4c2cf1140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82D6F4-07D7-4899-831A-2A42EFCD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F4A95-79FC-4D94-AEF2-E3EE7B81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343CA-6815-4979-A81E-9C0395C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 AGENTS 0.6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EBD42-AECF-4B8E-8E20-A46BC9B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8BA2A-3E1B-4074-8F00-048836C0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Two examples, one Deep Agents 0.6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78A42-7B1E-4659-85E0-0EF41B1A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The repo separates a compact capability lab from a SerpApi-backed deep research agent.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D3137-789E-480F-983E-1229356B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2FF28-8642-4D08-9635-0A2A9E68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F6539-9550-4243-A9B8-6C0F86B2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src/deepagents_06_lab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4945F-A5E1-47A1-AFA6-65CB5C3C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Feature-complete CLI lab: local notes, interpreter PTC, harness profiles, streaming v3, DeltaChannel detection, ContextHub option.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84DAD-9B19-4E20-9CFB-64B73FE6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9A5DA1-8A76-4354-ADB8-EF1B5E1B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94AA2-6EEB-47A8-9ED2-783C5410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src/deep_research_agent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FAE47-9C18-4C1F-86F1-E707E1D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86050"/>
            <a:ext cx="381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Production-shaped research workflow: SerpApi search, Moonshot Kimi by .env, skills, optional subagents, report writing.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12CB3-623C-48D8-A0D2-4701122F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A6401-155A-42EC-84D9-81B16B8F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9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6B127-2D1B-4820-948D-A200F19D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1866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runtime vocabulary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5D9292-6977-4046-A86C-E813A93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24024C-F0F9-4519-9CFD-588FE166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D84EF-B6B0-437A-8EC3-E283CCCC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QuickJS working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A69D3-8EC3-4762-AED6-76762913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62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FE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C8C3C6-8B83-41A7-81F4-EE5DDB82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33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PTC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C90B6-5CD4-441B-A4A2-52961A3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9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tool calls from JavaScript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A9546-C578-4F96-8D29-FD74DB3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62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A707D-8FD0-45E8-884A-72F9FF0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33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Recursive frontier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6CBED8-0A3F-405F-A468-1DFFB903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follow-up queues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02437-D34F-4D98-A58D-14F40954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FE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516780-52ED-41F7-9523-186EC572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Harness profiles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2D88F-0EC5-462E-9F49-E86C0E3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19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model behavior tuning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47EE5D-1812-424A-A776-ECA3D20A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1790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E8F10B-BDEC-42A5-977B-95DC37E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3395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BEF6C6-9B15-443F-AD2D-E4BD0610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19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Markdown artifacts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BF219-CD00-45C4-879B-DAD8C51A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621B12-F523-4904-98F1-8C35E661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Deck scope: src/deepagents_06_lab + src/deep_research_agent, max 5 slides</a:t>
            </a:r>
          </a:p>
        </p:txBody>
      </p:sp>
    </p:spTree>
    <p:extLst>
      <p:ext uri="{BB962C8B-B14F-4D97-AF65-F5344CB8AC3E}">
        <p14:creationId xmlns:p14="http://schemas.microsoft.com/office/powerpoint/2010/main" val="1864572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60E93-1217-4CCF-AED4-BD23320B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60FAC-C64D-429F-A0AA-C4E7FFEB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685C-0EE5-473B-8443-84E3C77F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 AGENTS 0.6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00108-4C7F-4483-8077-91140A2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BEE43-707E-4C57-B4C6-0D5D0886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lab is a controlled Deep Agents 0.6 test bench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698AB-B39B-4BC7-865C-EF72272D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It keeps inputs local so each new runtime concept is visible and easy to verify.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C6B9B-16D9-4270-9B68-263D200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6668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A164-9129-4C6C-9219-87B8A4B9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24E30-C404-4F74-BC87-6A8067BA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00D52-E2AD-4B92-A6FB-D2CA510D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deepagents-06-lab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--example / --task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--memory local|context-hub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F42F31-32A9-4058-9655-DB02103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1952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A8311-A5EE-410A-84F4-823C6D21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4E490-5408-4C42-884A-8363E40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666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.env model switch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9CB6E-052E-496A-A7A4-E57615D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1666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LLM_CHOICE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moonshot_kimi or ollama_qwen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init_chat_model()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9006C-2EC1-4155-8460-E8C710C3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1809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16C4D-9B6F-4A32-949F-E65CA94A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90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DC9FA-BBB5-411C-B72D-FCD2928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24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 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F8206-EE6E-4993-ADFA-8951CCC6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908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create_deep_agent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system prompt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harness profiles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8AD71-792B-4B33-B457-89E59007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9075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3A0C8-B06E-4B22-840E-55EB584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90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BF68D-DBA1-4B80-83AD-792A7176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25EA7-0E3C-4E99-9F67-26F5234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search_notes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read_note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calculate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write_report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3785D-AB14-4DE5-B2A3-5C365FD2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62785-0C26-4D23-9733-2F50A97B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6667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EF2443-C768-4297-8476-9F2A1AFF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24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3B0BDD-6F3E-4876-92B7-22001199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9080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StateBackend or ContextHub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InMemorySaver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DeltaChannel detection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390275-1B2B-4146-BBAB-6F7FEA27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13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76A921-E44B-4EDB-BDF5-BE01B5A5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58ED9-EA64-4D32-A46C-57C88096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7813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6F969-2A94-48BE-B132-A30D3612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81300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ACA833-E751-40B7-8AEC-972B7966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5287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7920A3-8CAE-4306-8D9D-956B8120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29075"/>
            <a:ext cx="472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QuickJS CodeInterpreterMiddleware(ptc=tools)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4A03B1-177B-4D50-B8C7-01FD5FA2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95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6FDB30-8CC3-4DA2-9330-2C0F1611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66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3333"/>
            </a:srgbClr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E51C99-E4E2-4FE6-85C2-9A7D51A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Code interpreter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983F1-DF4B-4AF9-9C56-4B73065B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QuickJS runtime for loops, filtering, retries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8E16DA-E8A7-4F02-9F56-918B26C4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863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Model-agnostic PTC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276FC6-2398-41BA-A2D0-2AB656B5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JavaScript calls tools.search_notes / write_report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EA9FB2-E56B-4E34-98C2-950BCB86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Recursive workflow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0A8E42-035A-4D98-BDA0-231D6A87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frontier queue can dispatch follow-up task calls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5F873-8C04-4FB6-A2D7-0340D3E8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Final-only CLI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51AF38-9177-41BE-97F2-7D505551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340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suppresses runtime notes and extracts assistant response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A90D97-F755-4FDA-863D-B588CFE4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4A9E64-2AB8-4104-BA36-5F4970F7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Key files: deepagents_06_lab/agent.py, prompts.py, tools.py, streaming.py</a:t>
            </a:r>
          </a:p>
        </p:txBody>
      </p:sp>
    </p:spTree>
    <p:extLst>
      <p:ext uri="{BB962C8B-B14F-4D97-AF65-F5344CB8AC3E}">
        <p14:creationId xmlns:p14="http://schemas.microsoft.com/office/powerpoint/2010/main" val="5795172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3E826E-62F3-455E-B71B-35CE08B8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841F1-66CA-4B03-9DE0-C846D11C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0F68D-B3E2-48E2-9D0D-F208CCA4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 AGENTS 0.6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27DD1-C23F-492D-A7C6-79C78F9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D78AE-4EB0-4087-8936-E166B4B6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deep research agent turns the same primitives into a research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36C91-2AD6-4D26-BEA1-7BF0F319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The default path is bounded supervisor-only research; subagents are explicit modes.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6B022-ED89-4ADD-B307-A67925E4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6668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9B4A9-CC49-4A81-8A04-CC7EE530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C4125-69B4-410C-86F0-5EA0942E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User topic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07CAA-5E60-444F-94E1-991FD31F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381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deep-research-agent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--topic ...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4972B-9B84-4771-ABF4-6CBC908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9EE0A-9BFC-43AE-82C8-270408DE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CFA39C-B069-4C56-B5E7-A5A7FCF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14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Supervisor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4A15A-3E3E-405E-9701-E38C777C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research plan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bounded direct search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final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93A8A-0271-4934-8342-F9E93E03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51A68-F495-4315-83EE-03241CF3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FEA7F-0A81-420D-B3B3-FF0DA1D0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Interpreter + PTC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26684-C196-4D67-8259-E729763D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81250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Promise.all fan-out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recursive frontier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compact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A610D-6037-4845-80ED-44EFEE35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E35F8-541A-436B-BF7A-80739F3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2F149-D54B-42BE-B842-795638EE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SerpApi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A6A37-59E9-4D0A-80C7-EF93F6FE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search_web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write_report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compact errors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48921-B69B-4737-95A2-94783F25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81200"/>
            <a:ext cx="1619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D34F5-E18F-4516-A43A-413A2175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812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E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1224E-C40E-4BAA-9987-F2500469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14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47A893-09FD-426D-A495-0BEF9C2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reports/*.md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citations + caveats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0BD57-786D-486F-ADBC-B3A3A9A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050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6C692-993C-43ED-8F0D-DD1C56B5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5050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EA0B6-EEC5-4B5C-867B-43C379D2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3C7F7-557A-4F29-BBEF-25E9FD23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05075"/>
            <a:ext cx="40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D32340-BBBF-49CB-BB5F-DF18288D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10025"/>
            <a:ext cx="2857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94AB2-E84D-4AC2-A424-84C7E92E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default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5996A-3DCB-42C9-B120-B10DFD97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Supervisor only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6A0243-825D-43B3-A891-A3426BC5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fastest path; no subagent recursion by default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55C0BE-399D-417D-BC62-0A30148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0025"/>
            <a:ext cx="2857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C5BF2-83BC-48B3-B68C-E08B6E0A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--sync-subagents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8A0A5F-C914-41EC-9DEC-979ECFB9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 delegation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7BC3FC-FD7F-429D-9026-0217E2BB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researcher / critic / synthesizer via task tool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F0328A-5971-4346-AA83-0597B4E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10025"/>
            <a:ext cx="2857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2715C9-F49A-4850-A62A-5905BFA3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--async-subagents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1A9432-EBDC-46A6-94BC-E733494D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Remote async specs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A9700-345B-4589-9542-0A8BDCF3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start/check/update task pattern for Agent Protocol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BA2A3E-5C2A-401C-A2A7-6AA79205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FE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294320-EE5D-4213-8740-0D8DE5A7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53100"/>
            <a:ext cx="834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LLM default: LLM_CHOICE=moonshot_kimi -&gt; kimi-k2.6 via Moonshot OpenAI-compatible endpoint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2FA45B-33D2-4CC0-9A12-3CF2237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D11D8C-B57C-4CB4-A568-3F30AA7B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Key files: deep_research_agent/agent.py, cli.py, prompts.py, serpapi_client.py, tools.py</a:t>
            </a:r>
          </a:p>
        </p:txBody>
      </p:sp>
    </p:spTree>
    <p:extLst>
      <p:ext uri="{BB962C8B-B14F-4D97-AF65-F5344CB8AC3E}">
        <p14:creationId xmlns:p14="http://schemas.microsoft.com/office/powerpoint/2010/main" val="7623356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233C0-006F-41C8-8B84-8118720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C5378-F2EB-48C9-8EB7-41CEA3D2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870FB-322C-4EE9-9B86-69DCBB7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 AGENTS 0.6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F1078-D8DB-4DAF-8B75-B1B84ADD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20FDA-C0C8-4148-90EA-74836FE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Deep Agents 0.6 patterns are used as control flow, not decoration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BDF06-E5A3-4C7F-9AA8-711D190E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The interpreter carries state and tool orchestration; the model synthesizes decisions and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0FAED-3F1B-4AD8-BCC2-9FFEE37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1762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EF915A-1EB3-4DDF-AF0B-F9D9D60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6F6F2-29C9-4D3E-B17E-10A6D564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27312-BBD0-4AB5-9D69-8265FFE3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6220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chooses strategy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writes JS snippets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synthesizes findings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40FDD-096B-49BA-BBFD-C4547F09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1762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D6A0B-13CC-4F47-9958-57A54735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BD083-97EC-4094-994C-1AA1E5A4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1476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QuickJS interpreter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6B066-FC26-46A7-9F71-58921D47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00500"/>
            <a:ext cx="1476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working memory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Promise.all</a:t>
            </a:r>
          </a:p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frontier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60C72-C8E0-426D-A207-96D2D16A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E380D-8DEB-4D1A-A8CD-6F262AD2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programmatic tool calling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C9C4B-BE35-4198-A0B4-22D13325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BDED0-717D-4287-BEB5-2A05F7D9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1BE9D-58FC-4C42-B338-66BB4ACD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95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search_web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FA64A-3466-4DF1-9CF6-A9479D61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SerpApi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72084-356E-4AF7-A495-1F0D90F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0035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D91C9-898F-4C02-BC13-7A58DD29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9A4D01-45B3-4C96-BBD4-DDA97D3E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2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6FDC2-874F-4D66-BE32-D4D13BC9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29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write_report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88676-20DE-4C0A-88C4-FA1BFACE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Markdown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1A007-CBA2-4F1B-A4BE-54CF3E65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F1BD6-085A-4A79-89BA-0D5FDBA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39884-27EC-4B96-ACC8-5878127C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4DABB4-AA0D-4C56-8B1F-3DC5DAE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95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9188C-1A82-4E9B-BF5D-42E67197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sync subagents when enabled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FCAE40-B9F0-4EA7-ADDC-9763C76E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0035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E15B3-D912-4991-8165-F87B37AE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0ADE7E-5EF7-47D4-A340-3AD33E34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C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360E4B-3B5D-4FC2-9DA6-8A71A41D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29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start_async_task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F85C6F-50FA-489F-AB18-D0B4E53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async specs when enabled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F8224-0AE8-48AB-A921-51AD6AE9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533900"/>
            <a:ext cx="1781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DDA75F-4293-4F94-AB72-CFB8E638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5105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95D755-16D1-40D9-9C3C-3F711DF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05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Recursive frontier pattern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9B162D-3765-4151-B997-610585C0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3405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search -&gt; weak evidence -&gt; follow-up -&gt; stop when sufficient or bounded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3D21DA-D71D-43B3-AF8A-48A23839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EBCAC1-475C-4FCE-AE20-DCC2CDF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Design choice: keep repetitive search/filter/dedupe in JavaScript; return compact evidence to model context</a:t>
            </a:r>
          </a:p>
        </p:txBody>
      </p:sp>
    </p:spTree>
    <p:extLst>
      <p:ext uri="{BB962C8B-B14F-4D97-AF65-F5344CB8AC3E}">
        <p14:creationId xmlns:p14="http://schemas.microsoft.com/office/powerpoint/2010/main" val="1966996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FA7F7-B249-4CF9-BEE4-F97B28B9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E6DF0-B960-4BF0-9317-CBD233F9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F04BC-D0C5-4C91-8C74-468B680D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DEEP AGENTS 0.6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624B2-5C2A-491A-993D-331A4B8B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4F03A-4951-4AA4-A94D-708184C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Use the lab to prove capabilities; use the research agent to exercise the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62274-70BB-407F-94F8-3EE3FE57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95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The repo now supports both repeatable feature validation and realistic web research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D1872-1AAE-4401-BA39-DC8A44A6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C4AFB-3B9A-4297-ABE1-43B51AE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3E157-52D2-4BB5-9901-051CAAAB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002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B1480-0BF9-42CF-89AB-443D6B2B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3067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deepagents_06_lab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FC259-A9F4-48D3-907A-CFC878F9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1960E-53A5-449E-999F-66EB2E69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33600"/>
            <a:ext cx="3829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deep_research_agent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A120A-D628-4582-B35F-371D2989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F0E3F-6477-44C8-8963-D63705D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6A9BE-3C39-4D43-B11A-63B333FE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03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C5820-C04F-4850-A7CF-EBD8E345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24125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Controlled Deep Agents 0.6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AAF20-8669-4ACD-90C5-B71B8A4B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65D20-B2E1-40DB-A067-F55CA9C5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24125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SerpApi-backed research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E781E-17E5-43A0-AAA4-9BF7BE46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81C11-1A2C-411C-9B1E-4BF73F84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Knowledge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6BC45-7232-4D88-A3DA-AA237156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146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15A07-F1C7-4AA8-A279-0339AD28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38475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 Markdown 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5227F-C584-4E45-AFA9-13A52AED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09B57A-EC11-4636-89ED-E27F920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38475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Google results via SerpApi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4B148-6C7C-4D6C-9857-91DCF983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74BE41-4E6C-45BA-87BD-FD87EF71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Model config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DE736F-E280-4E79-A025-74D98E78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3D03E8-013A-4193-9E80-B877855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LLM_CHOICE switch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F73BA-8AC8-4DC8-B4D2-F8AC4AEE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C660B6-2AA2-488C-8086-FE789AE0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52825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LLM_CHOICE=moonshot_kimi default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BDC94C-3A76-45F3-B22F-A4B0A313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2AA0F-47AA-4BB6-A14A-332B27F8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Interpreter use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0794B-62FC-491D-9FD0-E11CDB78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433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B051B8-C3F2-48F8-A31A-99B3273C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67175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PTC over local tools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E76B7-D9C6-4101-A7A8-E6626DCD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433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0D1CC2-92C6-48AF-986C-18739366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67175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PTC over search/report tools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FDD24-88FD-467D-8451-F50965D2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79BA5F-E8DE-4DD2-992B-17B2F833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Subagents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64174-91AD-412C-81E3-197E7ABB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A1AEAB-B9FB-4E00-A6A2-78BA9A52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81525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general-purpose/task pattern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E4E226-D1AB-4CE5-B591-D31A66A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E2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C1EB3E-A077-4B6F-9D8A-EFBC2D4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81525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explicit sync or async modes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9630F1-F976-4FCB-83E9-4E5F42AC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6DFBCD-FE4E-4E06-B041-96D6433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28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EAF323-5E6A-4E03-8341-EB60C885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720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724DFF-D0AA-4393-ADC3-25BB895C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95875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local risk/due diligence report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830392-1C2E-40F5-A99D-5D9D4F1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7F5E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3FA539-4556-4A8F-95EF-64F109B7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95875"/>
            <a:ext cx="3829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cited research report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F064AB-E96E-4440-A840-69348612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9525">
            <a:solidFill>
              <a:srgbClr val="C9C2B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F5B942-5C2E-4DE3-9157-CB6EFE15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86450"/>
            <a:ext cx="819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Next instrumentation gap: add callback counters for exact LLM calls and tool calls per run.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399C7C-4D48-4613-8384-2B5D9FF7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933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Commands: uv run deepagents-06-lab --example | uv run deep-research-agent --topic "..." [--sync-subagents|--async-subagents]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B3B08D-2335-4ADE-818A-8C07FAB9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2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2D25BB-FF00-441B-A1E1-C7D4490E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Google Slides-friendly: editable text, simple shapes, no embedded screenshots</a:t>
            </a:r>
          </a:p>
        </p:txBody>
      </p:sp>
    </p:spTree>
    <p:extLst>
      <p:ext uri="{BB962C8B-B14F-4D97-AF65-F5344CB8AC3E}">
        <p14:creationId xmlns:p14="http://schemas.microsoft.com/office/powerpoint/2010/main" val="736368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2026-05-16T19:30:17.1290000Z</dcterms:created>
  <dcterms:modified xsi:type="dcterms:W3CDTF">2026-05-16T19:30:17.1290000Z</dcterms:modified>
</coreProperties>
</file>